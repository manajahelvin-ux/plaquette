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956030" y="315696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Contrat(s) d'assurance recherché(s)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956030" y="340461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Prévoyance (arrêt de travail, invalidité, décès),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56030" y="365226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Santé complémentaire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56030" y="389991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Statut de l'acheteur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56030" y="414756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Travailleur indépendant (TNS)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56030" y="439521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Contrat de prévoyance actuel :</a:t>
            </a:r>
            <a:r>
              <a:rPr sz="1250" b="0">
                <a:solidFill>
                  <a:srgbClr val="000000"/>
                </a:solidFill>
                <a:latin typeface="Poppins"/>
              </a:rPr>
              <a:t> Non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56030" y="464286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But de la souscription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56030" y="489051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Maintenir ses revenus en cas d'arrêt de travail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56030" y="513816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Tranche d'âge :</a:t>
            </a:r>
            <a:r>
              <a:rPr sz="1250" b="0">
                <a:solidFill>
                  <a:srgbClr val="000000"/>
                </a:solidFill>
                <a:latin typeface="Poppins"/>
              </a:rPr>
              <a:t> 40 à 49 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56030" y="538581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Échéance du projet :</a:t>
            </a:r>
            <a:r>
              <a:rPr sz="1250" b="0">
                <a:solidFill>
                  <a:srgbClr val="000000"/>
                </a:solidFill>
                <a:latin typeface="Poppins"/>
              </a:rPr>
              <a:t> Sous 3 mois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56030" y="563346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Disponibilité de l'acheteur pour un appel 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56030" y="588111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l'après-midi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56030" y="612876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Heure de préférence (HH:MM) :</a:t>
            </a:r>
            <a:r>
              <a:rPr sz="1250" b="0">
                <a:solidFill>
                  <a:srgbClr val="000000"/>
                </a:solidFill>
                <a:latin typeface="Poppins"/>
              </a:rPr>
              <a:t> 14:00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56030" y="651230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Entreprise : CABINET DE KINÉSITHÉRAPIE DUPRÉ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56030" y="675995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Siret : 81234567800019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56030" y="700760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Activité : (Activités 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56030" y="725525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masseurs-kinésithérapeutes)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56030" y="750290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Contact : M. Dupré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56030" y="775055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Adresse : 14 rue des Tilleuls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56030" y="799820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Ville : Lyon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56030" y="824585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Code Postal : 69003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56030" y="849350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Tél 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56030" y="8741156"/>
            <a:ext cx="5080000" cy="247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Mail :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858240" y="33487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Quel type de contrat recherchez-vous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858240" y="35963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Multirisque professionnelle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58240" y="38440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Vous envisagez cette assurance à titre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58240" y="40916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professionnel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58240" y="43393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Secteur d'activité de l'entreprise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58240" y="45869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Bâtiment et travaux publics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58240" y="48346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Chiffre d'affaires annuel 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58240" y="50822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500 000 € à 1 M€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58240" y="53299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Sous quel délai souhaitez-vous être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58240" y="55775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couvert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58240" y="58252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Immédiat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8240" y="60728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Nombre de salariés à assurer 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58240" y="63205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10 à 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58240" y="69606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Entreprise : MENUISERIE KLAAS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58240" y="72082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Siret : 81234567800027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58240" y="74559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Activité : (Travaux de menuiserie bois 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58240" y="77035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PVC)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58240" y="79512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Contact 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58240" y="81988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Adresse : 8 rue des Chênes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58240" y="84465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Ville : Vichy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58240" y="86941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Code Postal : 03 200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58240" y="89418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Tél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58240" y="91894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Mail 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43940" y="42288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Contrat(s) d'assurance pour le(s)quel(s)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43940" y="44764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l'acheteur souhaite recevoir des offres 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43940" y="47241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Assurance prévoyance collective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43940" y="49717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Effectif de la société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43940" y="52194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50 à 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43940" y="54670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Auto-entrepeneur / micro-entrepreneur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43940" y="57147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Non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43940" y="59623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Disponibilité de l'acheteur pour un appel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43940" y="62100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le matin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43940" y="645769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Avez-vous une heure de préférence (HH:MM)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43940" y="670534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11:00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43940" y="74216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Entreprise : BATIPRO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43940" y="76692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Siret : 81234567800035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43940" y="79169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Activité : (Travaux de maçonnerie générale 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43940" y="81645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gros œuvre de bâtiment)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43940" y="84122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Contact 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43940" y="86598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Adresse : 584 chemin des Vignes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43940" y="89075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Ville : Toulon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43940" y="91551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Code Postal : 83200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43940" y="940282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Tél 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43940" y="965047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Mail 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40130" y="36967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Êtes-vous déjà accompagné par un conseiller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40130" y="39443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en gestion de patrimoine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40130" y="41920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40130" y="44396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Nombre de contrats d'épargne existants 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40130" y="46873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2 contrats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40130" y="49349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Quel montant souhaitez-vous placer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40130" y="51826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50 000 € à 99 999 €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40130" y="54302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Vous souhaitez étudier des solutions pour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40130" y="56779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Une assurance-vie et un 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40130" y="59255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Échéance du projet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40130" y="61732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Sous 3 mois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40130" y="642086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>
                <a:solidFill>
                  <a:srgbClr val="0A5BFF"/>
                </a:solidFill>
                <a:latin typeface="Poppins"/>
              </a:rPr>
              <a:t>Objectif principal 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40130" y="666851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Préparer la retraite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40130" y="71333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Entreprise : HD PATRIMOINE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40130" y="73809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Siret : 81234567800043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40130" y="76286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Activité : (Activités des sièges sociaux 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40130" y="78762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conseil en gestion de patrimoine, conseil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40130" y="81239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fiscal)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40130" y="83715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Contact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40130" y="86192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Adresse : 114 rue de Flandre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40130" y="88668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Ville : Paris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40130" y="91145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Code Postal : 75019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40130" y="936218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Tél 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40130" y="9609836"/>
            <a:ext cx="4064000" cy="2476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000000"/>
                </a:solidFill>
                <a:latin typeface="Poppins"/>
              </a:rPr>
              <a:t>Mail 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p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
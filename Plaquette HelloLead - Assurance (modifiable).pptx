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956030" y="31569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Type de couverture recherchée 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956030" y="34046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Complémentaire santé individuelle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956030" y="36522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Situation de l'acheteur 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56030" y="38999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Salarié(e) du secteur privé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56030" y="41475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Personnes à couvrir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56030" y="43952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2 personnes (couple) et 1 enfant de moins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56030" y="46428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de 18 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56030" y="48905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Âge de l'assuré principal 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56030" y="51381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35 à 44 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56030" y="53858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Recherchez-vous une garantie optique 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56030" y="56334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dentaire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56030" y="58811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Oui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56030" y="61287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Budget mensuel envisagé 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56030" y="63764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40 € à 59 € par mois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56030" y="66240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Échéance du projet 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56030" y="68717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Sous 3 mois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56030" y="739749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Entreprise : ATELIER DUVERGER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56030" y="764514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Siret : 81234567800019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56030" y="789279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Activité : (Ingénierie, études techniques 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56030" y="814044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conseil aux entreprises)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56030" y="838809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Contact 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56030" y="863574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Adresse : 9 rue des Lilas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56030" y="888339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Ville : Nantes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56030" y="913104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Code Postal : 44000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956030" y="937869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Tél 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956030" y="962634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Mail :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858240" y="33487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Quel type de contrat recherchez-vous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858240" y="35963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Multirisque professionnelle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858240" y="38440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Vous envisagez cette assurance à titre 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58240" y="40916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professionnel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58240" y="43393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Secteur d'activité de l'entreprise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58240" y="45869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Bâtiment et travaux publics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58240" y="48346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Chiffre d'affaires annuel 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58240" y="50822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500 000 € à 1 M€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58240" y="53299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Sous quel délai souhaitez-vous être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58240" y="55775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couvert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58240" y="58252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Immédiat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58240" y="60728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Nombre de salariés à assurer 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58240" y="63205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10 à 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58240" y="69606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Entreprise : MENUISERIE KLAAS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58240" y="72082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Siret : 81234567800027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58240" y="74559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Activité : (Travaux de menuiserie bois 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58240" y="77035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PVC)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58240" y="79512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Contact 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58240" y="81988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Adresse : 8 rue des Chênes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58240" y="84465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Ville : Vichy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58240" y="86941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Code Postal : 03 200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58240" y="89418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Tél 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58240" y="91894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Mail 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43940" y="422884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Contrat(s) d'assurance pour le(s)quel(s)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43940" y="447649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l'acheteur souhaite recevoir des offres 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43940" y="472414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Assurance prévoyance collective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43940" y="497179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Effectif de la société 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43940" y="521944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50 à 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43940" y="546709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Auto-entrepeneur / micro-entrepreneur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43940" y="571474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Non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43940" y="596239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Disponibilité de l'acheteur pour un appel 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43940" y="621004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le matin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43940" y="645769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Avez-vous une heure de préférence (HH:MM)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43940" y="670534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11:00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43940" y="742162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Entreprise : BATIPRO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43940" y="766927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Siret : 81234567800035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43940" y="791692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Activité : (Travaux de maçonnerie générale 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43940" y="816457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gros œuvre de bâtiment)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43940" y="841222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Contact 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43940" y="865987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Adresse : 584 chemin des Vignes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43940" y="890752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Ville : Toulon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43940" y="915517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Code Postal : 83200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43940" y="940282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Tél 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43940" y="965047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Mail 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40130" y="36967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Êtes-vous déjà accompagné par un conseiller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40130" y="39443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en gestion de patrimoine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40130" y="41920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40130" y="44396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Nombre de contrats d'épargne existants 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40130" y="46873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2 contrats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40130" y="49349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Quel montant souhaitez-vous placer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40130" y="51826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50 000 € à 99 999 €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40130" y="54302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Vous souhaitez étudier des solutions pour 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40130" y="56779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Une assurance-vie et un 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40130" y="59255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Échéance du projet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40130" y="61732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Sous 3 mois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40130" y="64208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Objectif principal 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40130" y="66685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Préparer la retraite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40130" y="71333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Entreprise : HD PATRIMOINE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40130" y="73809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Siret : 81234567800043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40130" y="76286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Activité : (Activités des sièges sociaux 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40130" y="78762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conseil en gestion de patrimoine, conseil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40130" y="81239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fiscal)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40130" y="83715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Contact 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40130" y="86192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Adresse : 114 rue de Flandre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40130" y="88668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Ville : Paris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40130" y="91145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Code Postal : 75019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40130" y="93621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Tél 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40130" y="96098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Mail 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
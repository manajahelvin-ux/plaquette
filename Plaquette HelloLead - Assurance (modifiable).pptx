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f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956030" y="31569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Type de couverture recherchée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56030" y="34046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Complémentaire santé individuelle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56030" y="36522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Situation de l'acheteur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56030" y="38999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Salarié(e) du secteur privé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56030" y="41475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Personnes à couvrir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56030" y="43952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2 personnes (couple) et 1 enfant de moins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56030" y="46428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de 18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56030" y="48905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Âge de l'assuré principal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56030" y="51381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35 à 44 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56030" y="53858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Recherchez-vous une garantie optique 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56030" y="56334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dentaire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56030" y="58811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Oui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56030" y="61287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Budget mensuel envisagé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56030" y="63764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40 € à 59 € par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56030" y="662406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Échéance du projet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56030" y="6871716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Sous 3 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56030" y="73981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Entreprise : ATELIER DUVERGER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56030" y="76457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Siret : 81234567800019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56030" y="78934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Activité : (Ingénierie, études techniques 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56030" y="81410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conseil aux entreprises)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56030" y="83887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Contact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56030" y="86363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Adresse : 9 rue des Lilas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56030" y="88840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Ville : Nantes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56030" y="91316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Code Postal : 44000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56030" y="93793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Tél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56030" y="96269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Mail 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282419" y="9441180"/>
            <a:ext cx="1170940" cy="198120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77669" y="9705340"/>
            <a:ext cx="2385060" cy="198119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710410" y="8446770"/>
            <a:ext cx="859790" cy="208279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f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858240" y="33481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Quel type de contrat recherchez-vous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58240" y="359575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Multirisque professionnelle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58240" y="38434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Vous envisagez cette assurance à titre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58240" y="409105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58240" y="43387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Secteur d'activité de l'entreprise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58240" y="458635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Bâtiment et travaux publics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8240" y="48340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Chiffre d'affaires annuel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58240" y="508165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500 000 € à 1 M€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58240" y="53293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Sous quel délai souhaitez-vous être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58240" y="557695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couvert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58240" y="58246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Immédiat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8240" y="607225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Nombre de salariés à assurer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58240" y="631990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10 à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58240" y="69599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Entreprise : MENUISERIE KLAAS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58240" y="72076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Siret : 81234567800027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58240" y="74552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Activité : (Travaux de menuiserie bois 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58240" y="77029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PVC)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58240" y="79505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Contact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58240" y="81982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Adresse : 8 rue des Chênes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58240" y="84458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Ville : Vichy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58240" y="86935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Code Postal : 03 200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58240" y="89411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Tél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58240" y="91888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Mail 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87169" y="8994140"/>
            <a:ext cx="1170940" cy="198119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282419" y="9265920"/>
            <a:ext cx="2066290" cy="196850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15160" y="8009890"/>
            <a:ext cx="1852930" cy="207009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f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43940" y="42294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Contrat(s) d'assurance pour le(s)quel(s)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43940" y="44771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l'acheteur souhaite recevoir des offres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43940" y="47247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Assurance prévoyance collective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43940" y="49724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Effectif de la société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43940" y="52200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50 à 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43940" y="54677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Auto-entrepeneur / micro-entrepreneur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43940" y="57153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43940" y="59630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Disponibilité de l'acheteur pour un appel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43940" y="62106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le matin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43940" y="64583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Avez-vous une heure de préférence (HH:MM)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43940" y="67059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11:00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43940" y="742226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Entreprise : BATIPRO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43940" y="766991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Siret : 81234567800035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43940" y="791756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Activité : (Travaux de maçonnerie générale 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43940" y="816521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gros œuvre de bâtiment)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43940" y="841286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Contact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43940" y="866051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Adresse : 584 chemin des Vignes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43940" y="890816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Ville : Toulon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43940" y="915581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Code Postal : 83200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43940" y="940346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Tél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43940" y="965111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Mail 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72869" y="9478010"/>
            <a:ext cx="1170940" cy="198120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7010" y="9718040"/>
            <a:ext cx="2067559" cy="196850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00860" y="8460740"/>
            <a:ext cx="993140" cy="220979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_f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40130" y="36960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Êtes-vous déjà accompagné par un conseiller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40130" y="39437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en gestion de patrimoine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40130" y="41913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40130" y="44390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Nombre de contrats d'épargne existants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40130" y="46866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2 contrats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40130" y="49343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Quel montant souhaitez-vous placer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40130" y="51819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50 000 € à 99 999 €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40130" y="54296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Vous souhaitez étudier des solutions pour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40130" y="56772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Une assurance-vie et un 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40130" y="59249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Échéance du projet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40130" y="61725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Sous 3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40130" y="642023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1">
                <a:solidFill>
                  <a:srgbClr val="0A5BFF"/>
                </a:solidFill>
                <a:latin typeface="Poppins"/>
              </a:rPr>
              <a:t>Objectif principal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40130" y="666788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Préparer la retraite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40130" y="713397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Entreprise : HD PATRIMOINE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40130" y="738162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Siret : 81234567800043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40130" y="762927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Activité : (Activités des sièges sociaux 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40130" y="787692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conseil en gestion de patrimoine, conseil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40130" y="812457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fiscal)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40130" y="837222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Contact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40130" y="861987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Adresse : 114 rue de Flandre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40130" y="886752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Ville : Paris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40130" y="911517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Code Postal : 75019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40130" y="936282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Tél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40130" y="9610471"/>
            <a:ext cx="4064000" cy="298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0"/>
              </a:lnSpc>
            </a:pPr>
            <a:r>
              <a:rPr sz="1295" b="0">
                <a:solidFill>
                  <a:srgbClr val="000000"/>
                </a:solidFill>
                <a:latin typeface="Poppins"/>
              </a:rPr>
              <a:t>Mail 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069060" y="9423400"/>
            <a:ext cx="1170940" cy="198120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64310" y="9690100"/>
            <a:ext cx="2066290" cy="196850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497050" y="8415020"/>
            <a:ext cx="619759" cy="207009"/>
          </a:xfrm>
          <a:prstGeom prst="rect">
            <a:avLst/>
          </a:prstGeom>
          <a:solidFill>
            <a:srgbClr val="A2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